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4CBBE-5DD4-39BE-6A0A-792D5996D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521B9-6FF1-34F7-3DF1-BE31EB5E6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85A78D-FB6C-630E-1B20-0D75405A6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1809D2-C8A1-712F-A8F5-889C8F51C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7906B7-81B0-1FE1-B7A9-12F600CC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56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4836C-2A2C-0323-D46E-6562A6E2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7BEE02-AFA1-BA4C-EE56-C432DE3F0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502EC7-9CC6-5022-0D39-074FE342C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F8922B-C0A3-C394-DA1F-3934D69C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6C32B0-8D2E-E650-112C-F3C89EA1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81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1E5F9-6CDE-1AD9-376C-06672234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EAACE6-2E76-A18D-D4ED-66B150A3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F27D4C-FE55-F602-AF7A-8CC11CB0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3ADD76-DABF-0663-52E3-2CFE7571E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1A61C1-3641-BAA0-0EEB-AE7B5C4F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34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C5702-2DD1-9072-B730-F60E3656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F2FA69-90BF-1057-B67E-275AC6AE4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CA6A7E-2AA9-90C2-9979-46992A116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BBE482-BFFD-7C8C-02ED-2679B6C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390B0C-8474-3B5F-B746-EC1B1BB3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2A5672-5A07-C141-1FB8-590BE433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417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D46CD-BD7F-5BBC-596F-73ABBC35B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89374D-F33D-61DF-525E-12DED5C29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AD0206-CCC8-85E4-4726-802145D19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A95306-7877-EA41-961C-3231EBF15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DFC6C28-039F-D070-29F1-F198A1944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C464BB-CA85-6D86-6F6C-A1641E4C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C31D50B-5729-D5ED-583F-009908216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7AC1E52-154C-0DF0-7FFA-F4EBEFCD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686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C06F7-A256-7841-F30A-09B5C4351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E81978A-71D2-40FF-1CA3-06F736D9E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4195DB4-A0D9-05D1-EF77-66BA6493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15BD53-CC95-78D3-1A2E-8C330E29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82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BD87A09-F4CF-D068-BDAC-C5DBA53B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7F0FCC2-8594-D0C1-37BF-CCD5A1E3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D140C3-50E2-95D6-11CC-3BCEF750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1569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9C057-0A6D-4BD6-8B6C-06EA3A863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0B700D-F600-6623-36F2-33D0ED8A8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5642D1-F871-3453-E650-7B932825D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F5D654-47B1-F2CB-B3D4-7B664BE0B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9E7971-A601-F97D-46BA-06B9CCCEA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10CF84-0D5F-F471-4E57-1399A188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322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42A8F-4477-498A-56C2-99724673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6A877CA-4E3C-8989-88D0-7501D5255C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5C4940-CBE1-C4A3-C52E-A3170684F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381BC1-F009-700A-5AC4-06CD326D5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9C520FF-3F1A-97CD-C423-E377CE23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16A004-9986-D7D5-85C5-D72F06F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285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8347A-1F38-EB91-3237-493B0C7E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1E5B1B-AF07-9F4E-AD2E-B62FC7498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9310EF-7A38-4169-5849-5673E58CD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7E8DCC-43E2-88AC-B471-52EE7031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F198B7-098E-D363-0832-49C7FA70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55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65242D-F48F-086F-A3B5-F14E25DA1E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DF41F8-6CA2-BB1B-C922-71E0C31D4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174B76-53DB-96C8-A7CC-3A567EA1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6ABD8B-63D7-9E46-0E86-DDA5DF26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99FE4E-3516-8A60-8E91-2D9E5730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24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CF79940-4207-0296-FB82-494C260F4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B8ECE7-B946-D37D-CA5B-BC8AC80BD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9B5563-D99E-E921-0550-2CF89D284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B71E6-DDCA-43B5-95E5-49D2D3C78AEE}" type="datetimeFigureOut">
              <a:rPr lang="pt-BR" smtClean="0"/>
              <a:t>12/07/2025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38A7AF-FF4C-6E6C-6CFF-1C3715F1C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CA0671-086F-E499-EE9E-2B4D6CFBA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9CA0B-25DD-433F-8370-49A4C15148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8543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44A46B54-38C0-4D08-9FB1-82D365C64E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345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7" name="Retângulo: Cantos Arredondados 28">
            <a:extLst>
              <a:ext uri="{FF2B5EF4-FFF2-40B4-BE49-F238E27FC236}">
                <a16:creationId xmlns:a16="http://schemas.microsoft.com/office/drawing/2014/main" id="{86E3885B-1DE7-4B3D-89A4-93B06F237D6D}"/>
              </a:ext>
            </a:extLst>
          </p:cNvPr>
          <p:cNvSpPr/>
          <p:nvPr/>
        </p:nvSpPr>
        <p:spPr>
          <a:xfrm>
            <a:off x="-1" y="0"/>
            <a:ext cx="12192001" cy="434300"/>
          </a:xfrm>
          <a:prstGeom prst="roundRect">
            <a:avLst>
              <a:gd name="adj" fmla="val 0"/>
            </a:avLst>
          </a:prstGeom>
          <a:solidFill>
            <a:srgbClr val="1C2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C2B57181-D7A8-4F53-BF4B-6B3BA0E479DB}"/>
              </a:ext>
            </a:extLst>
          </p:cNvPr>
          <p:cNvSpPr/>
          <p:nvPr/>
        </p:nvSpPr>
        <p:spPr>
          <a:xfrm>
            <a:off x="200030" y="1719370"/>
            <a:ext cx="7815375" cy="2459182"/>
          </a:xfrm>
          <a:prstGeom prst="roundRect">
            <a:avLst>
              <a:gd name="adj" fmla="val 3873"/>
            </a:avLst>
          </a:prstGeom>
          <a:solidFill>
            <a:srgbClr val="1C2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93" name="Retângulo: Cantos Arredondados 192">
            <a:extLst>
              <a:ext uri="{FF2B5EF4-FFF2-40B4-BE49-F238E27FC236}">
                <a16:creationId xmlns:a16="http://schemas.microsoft.com/office/drawing/2014/main" id="{19577DE8-6A3C-480B-9F9F-9056891323E5}"/>
              </a:ext>
            </a:extLst>
          </p:cNvPr>
          <p:cNvSpPr/>
          <p:nvPr/>
        </p:nvSpPr>
        <p:spPr>
          <a:xfrm>
            <a:off x="200031" y="4361389"/>
            <a:ext cx="3810000" cy="2331720"/>
          </a:xfrm>
          <a:prstGeom prst="roundRect">
            <a:avLst>
              <a:gd name="adj" fmla="val 5204"/>
            </a:avLst>
          </a:prstGeom>
          <a:solidFill>
            <a:srgbClr val="1C2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95" name="Retângulo: Cantos Arredondados 194">
            <a:extLst>
              <a:ext uri="{FF2B5EF4-FFF2-40B4-BE49-F238E27FC236}">
                <a16:creationId xmlns:a16="http://schemas.microsoft.com/office/drawing/2014/main" id="{2B9CF4C9-9F49-43D2-84E3-F88D478A1817}"/>
              </a:ext>
            </a:extLst>
          </p:cNvPr>
          <p:cNvSpPr/>
          <p:nvPr/>
        </p:nvSpPr>
        <p:spPr>
          <a:xfrm>
            <a:off x="4202358" y="4361389"/>
            <a:ext cx="3813048" cy="2331720"/>
          </a:xfrm>
          <a:prstGeom prst="roundRect">
            <a:avLst>
              <a:gd name="adj" fmla="val 5286"/>
            </a:avLst>
          </a:prstGeom>
          <a:solidFill>
            <a:srgbClr val="1C2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96" name="Retângulo: Cantos Arredondados 195">
            <a:extLst>
              <a:ext uri="{FF2B5EF4-FFF2-40B4-BE49-F238E27FC236}">
                <a16:creationId xmlns:a16="http://schemas.microsoft.com/office/drawing/2014/main" id="{DEBA222D-2588-4D5F-A1C1-F11171573C58}"/>
              </a:ext>
            </a:extLst>
          </p:cNvPr>
          <p:cNvSpPr/>
          <p:nvPr/>
        </p:nvSpPr>
        <p:spPr>
          <a:xfrm>
            <a:off x="8199507" y="1712485"/>
            <a:ext cx="3813048" cy="2459182"/>
          </a:xfrm>
          <a:prstGeom prst="roundRect">
            <a:avLst>
              <a:gd name="adj" fmla="val 2500"/>
            </a:avLst>
          </a:prstGeom>
          <a:solidFill>
            <a:srgbClr val="1C244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90852040-3C89-42A1-B629-5E21F519EF3C}"/>
              </a:ext>
            </a:extLst>
          </p:cNvPr>
          <p:cNvSpPr/>
          <p:nvPr/>
        </p:nvSpPr>
        <p:spPr>
          <a:xfrm>
            <a:off x="5952744" y="86516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019DE1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8DE68BA5-F109-4C95-8DFB-DBA95AF5C1A0}"/>
              </a:ext>
            </a:extLst>
          </p:cNvPr>
          <p:cNvSpPr/>
          <p:nvPr/>
        </p:nvSpPr>
        <p:spPr>
          <a:xfrm>
            <a:off x="181311" y="612710"/>
            <a:ext cx="3866669" cy="921365"/>
          </a:xfrm>
          <a:prstGeom prst="roundRect">
            <a:avLst>
              <a:gd name="adj" fmla="val 7729"/>
            </a:avLst>
          </a:prstGeom>
          <a:solidFill>
            <a:srgbClr val="1C2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85F3BB3E-C0A8-49F0-B067-B2F182FE7C5F}"/>
              </a:ext>
            </a:extLst>
          </p:cNvPr>
          <p:cNvSpPr/>
          <p:nvPr/>
        </p:nvSpPr>
        <p:spPr>
          <a:xfrm>
            <a:off x="4191000" y="612710"/>
            <a:ext cx="2514600" cy="921365"/>
          </a:xfrm>
          <a:prstGeom prst="roundRect">
            <a:avLst>
              <a:gd name="adj" fmla="val 7729"/>
            </a:avLst>
          </a:prstGeom>
          <a:solidFill>
            <a:srgbClr val="1C2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64A1AFF4-B3D4-477F-8D2A-55586E556360}"/>
              </a:ext>
            </a:extLst>
          </p:cNvPr>
          <p:cNvSpPr/>
          <p:nvPr/>
        </p:nvSpPr>
        <p:spPr>
          <a:xfrm>
            <a:off x="6848620" y="612710"/>
            <a:ext cx="2514600" cy="923544"/>
          </a:xfrm>
          <a:prstGeom prst="roundRect">
            <a:avLst>
              <a:gd name="adj" fmla="val 7729"/>
            </a:avLst>
          </a:prstGeom>
          <a:solidFill>
            <a:srgbClr val="1C2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E7C4DA8E-5A88-4641-8EAF-4E7916C22261}"/>
              </a:ext>
            </a:extLst>
          </p:cNvPr>
          <p:cNvSpPr/>
          <p:nvPr/>
        </p:nvSpPr>
        <p:spPr>
          <a:xfrm>
            <a:off x="9506240" y="612710"/>
            <a:ext cx="2514600" cy="923544"/>
          </a:xfrm>
          <a:prstGeom prst="roundRect">
            <a:avLst>
              <a:gd name="adj" fmla="val 7729"/>
            </a:avLst>
          </a:prstGeom>
          <a:solidFill>
            <a:srgbClr val="1C2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FAF9B84C-A825-4794-99D5-1D877AE1407C}"/>
              </a:ext>
            </a:extLst>
          </p:cNvPr>
          <p:cNvSpPr/>
          <p:nvPr/>
        </p:nvSpPr>
        <p:spPr>
          <a:xfrm>
            <a:off x="312373" y="714380"/>
            <a:ext cx="438912" cy="438912"/>
          </a:xfrm>
          <a:prstGeom prst="ellipse">
            <a:avLst/>
          </a:prstGeom>
          <a:solidFill>
            <a:srgbClr val="4034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9EA5048B-FD77-48F6-A9F1-94C52967AE3E}"/>
              </a:ext>
            </a:extLst>
          </p:cNvPr>
          <p:cNvSpPr/>
          <p:nvPr/>
        </p:nvSpPr>
        <p:spPr>
          <a:xfrm>
            <a:off x="4314879" y="714380"/>
            <a:ext cx="438912" cy="438912"/>
          </a:xfrm>
          <a:prstGeom prst="ellipse">
            <a:avLst/>
          </a:prstGeom>
          <a:solidFill>
            <a:srgbClr val="4034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1C6905D6-A28E-4D95-BF38-7C668E14B8F9}"/>
              </a:ext>
            </a:extLst>
          </p:cNvPr>
          <p:cNvSpPr/>
          <p:nvPr/>
        </p:nvSpPr>
        <p:spPr>
          <a:xfrm>
            <a:off x="6983849" y="714380"/>
            <a:ext cx="438912" cy="438912"/>
          </a:xfrm>
          <a:prstGeom prst="ellipse">
            <a:avLst/>
          </a:prstGeom>
          <a:solidFill>
            <a:srgbClr val="4034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9E6E0986-1FED-4AF4-9AA0-D898513D516A}"/>
              </a:ext>
            </a:extLst>
          </p:cNvPr>
          <p:cNvSpPr/>
          <p:nvPr/>
        </p:nvSpPr>
        <p:spPr>
          <a:xfrm>
            <a:off x="9652819" y="714380"/>
            <a:ext cx="438912" cy="438912"/>
          </a:xfrm>
          <a:prstGeom prst="ellipse">
            <a:avLst/>
          </a:prstGeom>
          <a:solidFill>
            <a:srgbClr val="40345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9B23ACE-FF54-181F-AAD5-6BC7E558F209}"/>
              </a:ext>
            </a:extLst>
          </p:cNvPr>
          <p:cNvSpPr/>
          <p:nvPr/>
        </p:nvSpPr>
        <p:spPr>
          <a:xfrm>
            <a:off x="11354860" y="110581"/>
            <a:ext cx="631142" cy="222118"/>
          </a:xfrm>
          <a:prstGeom prst="roundRect">
            <a:avLst>
              <a:gd name="adj" fmla="val 7729"/>
            </a:avLst>
          </a:prstGeom>
          <a:solidFill>
            <a:srgbClr val="4034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67EE4FE-C06B-8174-E7D8-1F45D17B71AF}"/>
              </a:ext>
            </a:extLst>
          </p:cNvPr>
          <p:cNvSpPr/>
          <p:nvPr/>
        </p:nvSpPr>
        <p:spPr>
          <a:xfrm>
            <a:off x="8207733" y="4361389"/>
            <a:ext cx="3813048" cy="2331720"/>
          </a:xfrm>
          <a:prstGeom prst="roundRect">
            <a:avLst>
              <a:gd name="adj" fmla="val 5286"/>
            </a:avLst>
          </a:prstGeom>
          <a:solidFill>
            <a:srgbClr val="1C2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877828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Century Gothic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Heitor Graciolli</dc:creator>
  <cp:lastModifiedBy>Heitor Graciolli</cp:lastModifiedBy>
  <cp:revision>4</cp:revision>
  <dcterms:created xsi:type="dcterms:W3CDTF">2025-07-12T21:25:20Z</dcterms:created>
  <dcterms:modified xsi:type="dcterms:W3CDTF">2025-07-13T00:42:12Z</dcterms:modified>
</cp:coreProperties>
</file>